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96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85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97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278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97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548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64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41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88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9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787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0032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050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425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128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911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7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F4CF2-ACAA-4B55-A702-D2856A5048E6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CBA29-709E-41FC-894C-FF08DE5CA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821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rshithGattu/Hackath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A28C-5743-64E7-FBCE-C2DCB975A8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Hackathon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C49FC-EDEC-D07C-AA6C-DE7E7FD23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IN" dirty="0"/>
              <a:t>14-11-2025</a:t>
            </a:r>
          </a:p>
        </p:txBody>
      </p:sp>
    </p:spTree>
    <p:extLst>
      <p:ext uri="{BB962C8B-B14F-4D97-AF65-F5344CB8AC3E}">
        <p14:creationId xmlns:p14="http://schemas.microsoft.com/office/powerpoint/2010/main" val="21176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12D3-3203-91E3-CC33-2F9391EAD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734" y="772840"/>
            <a:ext cx="8610600" cy="1293028"/>
          </a:xfrm>
        </p:spPr>
        <p:txBody>
          <a:bodyPr/>
          <a:lstStyle/>
          <a:p>
            <a:pPr algn="ctr"/>
            <a:r>
              <a:rPr lang="en-IN" u="sng" dirty="0">
                <a:latin typeface="Britannic Bold" panose="020B0903060703020204" pitchFamily="34" charset="0"/>
              </a:rPr>
              <a:t>TEAM MEMBERS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C00BDB-2CED-1B75-701D-F666FE57C973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AutoNum type="arabicPeriod"/>
            </a:pPr>
            <a:r>
              <a:rPr lang="en-IN" dirty="0"/>
              <a:t>Name : BANDLA SAI NANDAN REDDY	Hall Ticket No: 2403A510C5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Name : PRADEEP GUPTHA			Hall Ticket No: 2403A510C7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Name : GATTU VARSHITH			Hall Ticket No: 2403A510E3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Name : ABHISHEKH VERMA 			Hall Ticket No: 2403A510H1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Name : GANDHARI KARTHIK REDDY	Hall Ticket No: 2403A510F8</a:t>
            </a:r>
          </a:p>
          <a:p>
            <a:pPr marL="457200" indent="-4572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98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705107"/>
            <a:ext cx="8610600" cy="1293028"/>
          </a:xfrm>
        </p:spPr>
        <p:txBody>
          <a:bodyPr/>
          <a:lstStyle/>
          <a:p>
            <a:pPr algn="ctr"/>
            <a:r>
              <a:rPr lang="en-IN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Medicine Reminder Web Application</a:t>
            </a:r>
          </a:p>
          <a:p>
            <a:pPr marL="0" indent="0">
              <a:buNone/>
            </a:pPr>
            <a:r>
              <a:rPr dirty="0"/>
              <a:t>Objective: Help users take medicines on time with reminders, schedules, and history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815176"/>
            <a:ext cx="8610600" cy="1293028"/>
          </a:xfrm>
        </p:spPr>
        <p:txBody>
          <a:bodyPr/>
          <a:lstStyle/>
          <a:p>
            <a:pPr algn="ctr"/>
            <a:r>
              <a:rPr dirty="0"/>
              <a:t>System Design -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Built using HTML, CSS, JavaScript</a:t>
            </a:r>
          </a:p>
          <a:p>
            <a:r>
              <a:t>Simple and user-friendly UI</a:t>
            </a:r>
          </a:p>
          <a:p>
            <a:r>
              <a:t>Pages: Login, Register, Dashboard, Add Medicine, Reminders, History</a:t>
            </a:r>
          </a:p>
          <a:p>
            <a:r>
              <a:t>REST API communication with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764375"/>
            <a:ext cx="8610600" cy="1293028"/>
          </a:xfrm>
        </p:spPr>
        <p:txBody>
          <a:bodyPr/>
          <a:lstStyle/>
          <a:p>
            <a:r>
              <a:rPr dirty="0"/>
              <a:t>System Design -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Developed using Node.js + Express.js</a:t>
            </a:r>
          </a:p>
          <a:p>
            <a:r>
              <a:t>Handles user login, adding medicines, storing schedules</a:t>
            </a:r>
          </a:p>
          <a:p>
            <a:r>
              <a:t>Uses JWT Authentication</a:t>
            </a:r>
          </a:p>
          <a:p>
            <a:r>
              <a:t>Scheduler runs every minute to generate reminders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806706"/>
            <a:ext cx="8610600" cy="1293028"/>
          </a:xfrm>
        </p:spPr>
        <p:txBody>
          <a:bodyPr/>
          <a:lstStyle/>
          <a:p>
            <a:pPr algn="ctr"/>
            <a:r>
              <a:rPr dirty="0"/>
              <a:t>System Design -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MongoDB for storage</a:t>
            </a:r>
          </a:p>
          <a:p>
            <a:r>
              <a:rPr dirty="0"/>
              <a:t>Collections: Users, Medicines, Reminders, Caregiver links</a:t>
            </a:r>
          </a:p>
          <a:p>
            <a:r>
              <a:rPr dirty="0"/>
              <a:t>Stores multiple reminder times, history, and user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1001441"/>
            <a:ext cx="8610600" cy="1293028"/>
          </a:xfrm>
        </p:spPr>
        <p:txBody>
          <a:bodyPr/>
          <a:lstStyle/>
          <a:p>
            <a:pPr algn="ctr"/>
            <a:r>
              <a:rPr dirty="0"/>
              <a:t>Usage of the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Register &amp; login securely</a:t>
            </a:r>
          </a:p>
          <a:p>
            <a:r>
              <a:t>Add medicines with name, dosage, schedule, dates</a:t>
            </a:r>
          </a:p>
          <a:p>
            <a:r>
              <a:t>Backend scheduler creates reminders automatically</a:t>
            </a:r>
          </a:p>
          <a:p>
            <a:r>
              <a:t>User marks reminders: Taken, Missed, Snoozed</a:t>
            </a:r>
          </a:p>
          <a:p>
            <a:r>
              <a:t>Full history view</a:t>
            </a:r>
          </a:p>
          <a:p>
            <a:r>
              <a:t>Caregiver monitoring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66" y="1214798"/>
            <a:ext cx="10752667" cy="1293028"/>
          </a:xfrm>
        </p:spPr>
        <p:txBody>
          <a:bodyPr/>
          <a:lstStyle/>
          <a:p>
            <a:pPr algn="ctr"/>
            <a:r>
              <a:rPr dirty="0"/>
              <a:t>Tools &amp; Technologies Used -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HTML, CSS, JavaScript</a:t>
            </a:r>
          </a:p>
          <a:p>
            <a:r>
              <a:rPr dirty="0"/>
              <a:t>Live Server (VS Code extension)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3109"/>
            <a:ext cx="10820400" cy="1293028"/>
          </a:xfrm>
        </p:spPr>
        <p:txBody>
          <a:bodyPr/>
          <a:lstStyle/>
          <a:p>
            <a:r>
              <a:rPr dirty="0"/>
              <a:t>Tools &amp; Technologies Used -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Node.js, Express.js</a:t>
            </a:r>
          </a:p>
          <a:p>
            <a:r>
              <a:t>JWT Authentication</a:t>
            </a:r>
          </a:p>
          <a:p>
            <a:r>
              <a:t>Scheduler: Node Cron or custom setInterval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55438"/>
            <a:ext cx="10820400" cy="1293028"/>
          </a:xfrm>
        </p:spPr>
        <p:txBody>
          <a:bodyPr/>
          <a:lstStyle/>
          <a:p>
            <a:r>
              <a:rPr dirty="0"/>
              <a:t>Tools &amp; Technologies Used -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MongoDB, Mongoose ORM</a:t>
            </a:r>
          </a:p>
          <a:p>
            <a:r>
              <a:t>MongoDB Compass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789773"/>
            <a:ext cx="8610600" cy="1293028"/>
          </a:xfrm>
        </p:spPr>
        <p:txBody>
          <a:bodyPr/>
          <a:lstStyle/>
          <a:p>
            <a:pPr algn="ctr"/>
            <a:r>
              <a:rPr dirty="0"/>
              <a:t>Developer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Visual Studio Code</a:t>
            </a:r>
          </a:p>
          <a:p>
            <a:r>
              <a:t>Thunder Client (API testing)</a:t>
            </a:r>
          </a:p>
          <a:p>
            <a:r>
              <a:t>OBS / Screen Recorder (project demo)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5CEC-E818-B66E-DC29-B5E83E6CE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781306"/>
            <a:ext cx="8610600" cy="1293028"/>
          </a:xfrm>
        </p:spPr>
        <p:txBody>
          <a:bodyPr/>
          <a:lstStyle/>
          <a:p>
            <a:pPr algn="ctr"/>
            <a:r>
              <a:rPr lang="en-IN" dirty="0"/>
              <a:t>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D1B1D-8463-7ED4-924C-C27C0C139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link: </a:t>
            </a:r>
          </a:p>
          <a:p>
            <a:r>
              <a:rPr lang="en-IN" dirty="0">
                <a:hlinkClick r:id="rId2"/>
              </a:rPr>
              <a:t>https://github.com/VarshithGattu/Hackathon</a:t>
            </a:r>
            <a:endParaRPr lang="en-IN" dirty="0"/>
          </a:p>
          <a:p>
            <a:endParaRPr lang="en-IN" dirty="0"/>
          </a:p>
          <a:p>
            <a:r>
              <a:rPr lang="en-IN" dirty="0"/>
              <a:t>Demo video link: https://drive.google.com/file/d/1ahfzgrpDAD89DeGN4OyufW2-RDJ5ODY6/view?usp=sharing</a:t>
            </a:r>
          </a:p>
        </p:txBody>
      </p:sp>
    </p:spTree>
    <p:extLst>
      <p:ext uri="{BB962C8B-B14F-4D97-AF65-F5344CB8AC3E}">
        <p14:creationId xmlns:p14="http://schemas.microsoft.com/office/powerpoint/2010/main" val="247781865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18</TotalTime>
  <Words>325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Britannic Bold</vt:lpstr>
      <vt:lpstr>Century Gothic</vt:lpstr>
      <vt:lpstr>Vapor Trail</vt:lpstr>
      <vt:lpstr>Hackathon</vt:lpstr>
      <vt:lpstr>TEAM MEMBERS</vt:lpstr>
      <vt:lpstr>Problem statement</vt:lpstr>
      <vt:lpstr>System Design - Frontend</vt:lpstr>
      <vt:lpstr>System Design - Backend</vt:lpstr>
      <vt:lpstr>System Design - Database</vt:lpstr>
      <vt:lpstr>Usage of the Application</vt:lpstr>
      <vt:lpstr>Tools &amp; Technologies Used - Frontend</vt:lpstr>
      <vt:lpstr>Tools &amp; Technologies Used - Backend</vt:lpstr>
      <vt:lpstr>Tools &amp; Technologies Used - Database</vt:lpstr>
      <vt:lpstr>Developer Tools</vt:lpstr>
      <vt:lpstr>Source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VEEKSHITH GATTU</dc:creator>
  <cp:lastModifiedBy>VEEKSHITH GATTU</cp:lastModifiedBy>
  <cp:revision>2</cp:revision>
  <dcterms:created xsi:type="dcterms:W3CDTF">2025-11-14T18:50:04Z</dcterms:created>
  <dcterms:modified xsi:type="dcterms:W3CDTF">2025-11-14T19:13:01Z</dcterms:modified>
</cp:coreProperties>
</file>